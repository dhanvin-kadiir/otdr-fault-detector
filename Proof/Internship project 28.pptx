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0" r:id="rId4"/>
    <p:sldId id="265" r:id="rId5"/>
    <p:sldId id="271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04405D-B0E8-4ED4-8E9C-1C88CFBB5816}" type="doc">
      <dgm:prSet loTypeId="urn:microsoft.com/office/officeart/2005/8/layout/process1" loCatId="process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E15BE9CF-B9AF-4AE1-9430-E0009A4764FC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Network Devices</a:t>
          </a:r>
        </a:p>
      </dgm:t>
    </dgm:pt>
    <dgm:pt modelId="{9598D366-7D9B-4939-B94A-E7BAC3867D7C}" type="parTrans" cxnId="{780DFE7A-1EAF-4F4F-B00B-73BCB58D5D75}">
      <dgm:prSet/>
      <dgm:spPr/>
      <dgm:t>
        <a:bodyPr/>
        <a:lstStyle/>
        <a:p>
          <a:endParaRPr lang="en-IN"/>
        </a:p>
      </dgm:t>
    </dgm:pt>
    <dgm:pt modelId="{C7D44D93-B0B2-4838-96CF-FAF55993A7C2}" type="sibTrans" cxnId="{780DFE7A-1EAF-4F4F-B00B-73BCB58D5D75}">
      <dgm:prSet/>
      <dgm:spPr/>
      <dgm:t>
        <a:bodyPr/>
        <a:lstStyle/>
        <a:p>
          <a:endParaRPr lang="en-IN"/>
        </a:p>
      </dgm:t>
    </dgm:pt>
    <dgm:pt modelId="{36FF0D01-442E-4062-A166-D053F7E51FEE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Data Preprocessing</a:t>
          </a:r>
        </a:p>
      </dgm:t>
    </dgm:pt>
    <dgm:pt modelId="{C482054D-43C9-46AE-87F3-EBAFBC273232}" type="parTrans" cxnId="{B583EAC1-AF30-4B3E-81FA-E605B25EB733}">
      <dgm:prSet/>
      <dgm:spPr/>
      <dgm:t>
        <a:bodyPr/>
        <a:lstStyle/>
        <a:p>
          <a:endParaRPr lang="en-IN"/>
        </a:p>
      </dgm:t>
    </dgm:pt>
    <dgm:pt modelId="{3FFE219F-94B1-49C4-A5C9-068F39260C1E}" type="sibTrans" cxnId="{B583EAC1-AF30-4B3E-81FA-E605B25EB733}">
      <dgm:prSet/>
      <dgm:spPr/>
      <dgm:t>
        <a:bodyPr/>
        <a:lstStyle/>
        <a:p>
          <a:endParaRPr lang="en-IN"/>
        </a:p>
      </dgm:t>
    </dgm:pt>
    <dgm:pt modelId="{62E7BAE9-FCD1-49E8-8E39-D5B4357FDE74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ML Model</a:t>
          </a:r>
        </a:p>
      </dgm:t>
    </dgm:pt>
    <dgm:pt modelId="{800D8962-35CE-4774-A383-985B5DAD780A}" type="parTrans" cxnId="{D2EFDDA2-34DE-47AD-8F7F-5356D4E2CFE8}">
      <dgm:prSet/>
      <dgm:spPr/>
      <dgm:t>
        <a:bodyPr/>
        <a:lstStyle/>
        <a:p>
          <a:endParaRPr lang="en-IN"/>
        </a:p>
      </dgm:t>
    </dgm:pt>
    <dgm:pt modelId="{2D991D2E-61FF-48F5-9DBB-986E6B594AA6}" type="sibTrans" cxnId="{D2EFDDA2-34DE-47AD-8F7F-5356D4E2CFE8}">
      <dgm:prSet/>
      <dgm:spPr/>
      <dgm:t>
        <a:bodyPr/>
        <a:lstStyle/>
        <a:p>
          <a:endParaRPr lang="en-IN"/>
        </a:p>
      </dgm:t>
    </dgm:pt>
    <dgm:pt modelId="{D48474FF-CEE4-483D-B2FD-7CA688F5B305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Fault Detection</a:t>
          </a:r>
        </a:p>
      </dgm:t>
    </dgm:pt>
    <dgm:pt modelId="{75ADEFDE-153F-434D-A2F4-A9F05F92C870}" type="parTrans" cxnId="{E56575A0-96D5-4554-A296-CC377C10C0F4}">
      <dgm:prSet/>
      <dgm:spPr/>
      <dgm:t>
        <a:bodyPr/>
        <a:lstStyle/>
        <a:p>
          <a:endParaRPr lang="en-IN"/>
        </a:p>
      </dgm:t>
    </dgm:pt>
    <dgm:pt modelId="{63426373-FBED-4098-9AFC-889CA04B02BB}" type="sibTrans" cxnId="{E56575A0-96D5-4554-A296-CC377C10C0F4}">
      <dgm:prSet/>
      <dgm:spPr/>
      <dgm:t>
        <a:bodyPr/>
        <a:lstStyle/>
        <a:p>
          <a:endParaRPr lang="en-IN"/>
        </a:p>
      </dgm:t>
    </dgm:pt>
    <dgm:pt modelId="{B28491F8-FD69-4E8E-91B9-B369768932B0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Dashboard/ Alert System </a:t>
          </a:r>
        </a:p>
      </dgm:t>
    </dgm:pt>
    <dgm:pt modelId="{FDB109E1-F110-41E9-B41F-5AB26E0E3A0F}" type="parTrans" cxnId="{85A5A133-DEF1-4D03-B528-2090C32CABA2}">
      <dgm:prSet/>
      <dgm:spPr/>
      <dgm:t>
        <a:bodyPr/>
        <a:lstStyle/>
        <a:p>
          <a:endParaRPr lang="en-IN"/>
        </a:p>
      </dgm:t>
    </dgm:pt>
    <dgm:pt modelId="{45B96EA7-3D35-4100-9A09-9A333F73A26D}" type="sibTrans" cxnId="{85A5A133-DEF1-4D03-B528-2090C32CABA2}">
      <dgm:prSet/>
      <dgm:spPr/>
      <dgm:t>
        <a:bodyPr/>
        <a:lstStyle/>
        <a:p>
          <a:endParaRPr lang="en-IN"/>
        </a:p>
      </dgm:t>
    </dgm:pt>
    <dgm:pt modelId="{BF3C1E37-FEEC-4BC7-A3AD-2A5E56AD0095}" type="pres">
      <dgm:prSet presAssocID="{0E04405D-B0E8-4ED4-8E9C-1C88CFBB5816}" presName="Name0" presStyleCnt="0">
        <dgm:presLayoutVars>
          <dgm:dir/>
          <dgm:resizeHandles val="exact"/>
        </dgm:presLayoutVars>
      </dgm:prSet>
      <dgm:spPr/>
    </dgm:pt>
    <dgm:pt modelId="{50F071E5-FE70-4A11-92BB-2037D7F4432E}" type="pres">
      <dgm:prSet presAssocID="{E15BE9CF-B9AF-4AE1-9430-E0009A4764FC}" presName="node" presStyleLbl="node1" presStyleIdx="0" presStyleCnt="5">
        <dgm:presLayoutVars>
          <dgm:bulletEnabled val="1"/>
        </dgm:presLayoutVars>
      </dgm:prSet>
      <dgm:spPr/>
    </dgm:pt>
    <dgm:pt modelId="{FE7C6C78-5AD4-4F03-8651-7E3441B1BFE2}" type="pres">
      <dgm:prSet presAssocID="{C7D44D93-B0B2-4838-96CF-FAF55993A7C2}" presName="sibTrans" presStyleLbl="sibTrans2D1" presStyleIdx="0" presStyleCnt="4"/>
      <dgm:spPr/>
    </dgm:pt>
    <dgm:pt modelId="{87254469-8FEB-4B3F-867F-7FC787A054A6}" type="pres">
      <dgm:prSet presAssocID="{C7D44D93-B0B2-4838-96CF-FAF55993A7C2}" presName="connectorText" presStyleLbl="sibTrans2D1" presStyleIdx="0" presStyleCnt="4"/>
      <dgm:spPr/>
    </dgm:pt>
    <dgm:pt modelId="{4788317F-A6D0-4B62-8178-326D6E95DEAE}" type="pres">
      <dgm:prSet presAssocID="{36FF0D01-442E-4062-A166-D053F7E51FEE}" presName="node" presStyleLbl="node1" presStyleIdx="1" presStyleCnt="5">
        <dgm:presLayoutVars>
          <dgm:bulletEnabled val="1"/>
        </dgm:presLayoutVars>
      </dgm:prSet>
      <dgm:spPr/>
    </dgm:pt>
    <dgm:pt modelId="{D3022CDC-0DB3-491C-82B1-0557826617AF}" type="pres">
      <dgm:prSet presAssocID="{3FFE219F-94B1-49C4-A5C9-068F39260C1E}" presName="sibTrans" presStyleLbl="sibTrans2D1" presStyleIdx="1" presStyleCnt="4"/>
      <dgm:spPr/>
    </dgm:pt>
    <dgm:pt modelId="{E7306F81-2631-4A21-98C2-582545F4612D}" type="pres">
      <dgm:prSet presAssocID="{3FFE219F-94B1-49C4-A5C9-068F39260C1E}" presName="connectorText" presStyleLbl="sibTrans2D1" presStyleIdx="1" presStyleCnt="4"/>
      <dgm:spPr/>
    </dgm:pt>
    <dgm:pt modelId="{FC47F526-0454-4031-AACF-DA2CFD37AAA4}" type="pres">
      <dgm:prSet presAssocID="{62E7BAE9-FCD1-49E8-8E39-D5B4357FDE74}" presName="node" presStyleLbl="node1" presStyleIdx="2" presStyleCnt="5">
        <dgm:presLayoutVars>
          <dgm:bulletEnabled val="1"/>
        </dgm:presLayoutVars>
      </dgm:prSet>
      <dgm:spPr/>
    </dgm:pt>
    <dgm:pt modelId="{3330E4DE-6FEC-4A7A-AED7-211B209A77D3}" type="pres">
      <dgm:prSet presAssocID="{2D991D2E-61FF-48F5-9DBB-986E6B594AA6}" presName="sibTrans" presStyleLbl="sibTrans2D1" presStyleIdx="2" presStyleCnt="4"/>
      <dgm:spPr/>
    </dgm:pt>
    <dgm:pt modelId="{81EA7A21-F9FF-489D-8B8B-38C4086D4FF4}" type="pres">
      <dgm:prSet presAssocID="{2D991D2E-61FF-48F5-9DBB-986E6B594AA6}" presName="connectorText" presStyleLbl="sibTrans2D1" presStyleIdx="2" presStyleCnt="4"/>
      <dgm:spPr/>
    </dgm:pt>
    <dgm:pt modelId="{F394E3EC-1738-44D6-AD97-C912A48F88EA}" type="pres">
      <dgm:prSet presAssocID="{D48474FF-CEE4-483D-B2FD-7CA688F5B305}" presName="node" presStyleLbl="node1" presStyleIdx="3" presStyleCnt="5">
        <dgm:presLayoutVars>
          <dgm:bulletEnabled val="1"/>
        </dgm:presLayoutVars>
      </dgm:prSet>
      <dgm:spPr/>
    </dgm:pt>
    <dgm:pt modelId="{35E4B22D-D5B5-4E1D-BE92-BA6D3452560F}" type="pres">
      <dgm:prSet presAssocID="{63426373-FBED-4098-9AFC-889CA04B02BB}" presName="sibTrans" presStyleLbl="sibTrans2D1" presStyleIdx="3" presStyleCnt="4"/>
      <dgm:spPr/>
    </dgm:pt>
    <dgm:pt modelId="{880E37D2-0D6D-4B1C-8800-AFA694047C5D}" type="pres">
      <dgm:prSet presAssocID="{63426373-FBED-4098-9AFC-889CA04B02BB}" presName="connectorText" presStyleLbl="sibTrans2D1" presStyleIdx="3" presStyleCnt="4"/>
      <dgm:spPr/>
    </dgm:pt>
    <dgm:pt modelId="{89E34EBA-F70E-4936-85FD-A05D0B5C048D}" type="pres">
      <dgm:prSet presAssocID="{B28491F8-FD69-4E8E-91B9-B369768932B0}" presName="node" presStyleLbl="node1" presStyleIdx="4" presStyleCnt="5">
        <dgm:presLayoutVars>
          <dgm:bulletEnabled val="1"/>
        </dgm:presLayoutVars>
      </dgm:prSet>
      <dgm:spPr/>
    </dgm:pt>
  </dgm:ptLst>
  <dgm:cxnLst>
    <dgm:cxn modelId="{062D0B06-49B6-4682-96CC-617A68EC2817}" type="presOf" srcId="{E15BE9CF-B9AF-4AE1-9430-E0009A4764FC}" destId="{50F071E5-FE70-4A11-92BB-2037D7F4432E}" srcOrd="0" destOrd="0" presId="urn:microsoft.com/office/officeart/2005/8/layout/process1"/>
    <dgm:cxn modelId="{25F37E1D-7A74-45DC-BC68-3BC75CDEBE34}" type="presOf" srcId="{D48474FF-CEE4-483D-B2FD-7CA688F5B305}" destId="{F394E3EC-1738-44D6-AD97-C912A48F88EA}" srcOrd="0" destOrd="0" presId="urn:microsoft.com/office/officeart/2005/8/layout/process1"/>
    <dgm:cxn modelId="{0A237327-F257-4A7A-8248-1D09C6DA7D9F}" type="presOf" srcId="{62E7BAE9-FCD1-49E8-8E39-D5B4357FDE74}" destId="{FC47F526-0454-4031-AACF-DA2CFD37AAA4}" srcOrd="0" destOrd="0" presId="urn:microsoft.com/office/officeart/2005/8/layout/process1"/>
    <dgm:cxn modelId="{85A5A133-DEF1-4D03-B528-2090C32CABA2}" srcId="{0E04405D-B0E8-4ED4-8E9C-1C88CFBB5816}" destId="{B28491F8-FD69-4E8E-91B9-B369768932B0}" srcOrd="4" destOrd="0" parTransId="{FDB109E1-F110-41E9-B41F-5AB26E0E3A0F}" sibTransId="{45B96EA7-3D35-4100-9A09-9A333F73A26D}"/>
    <dgm:cxn modelId="{4183EE41-77A2-4CB1-A703-357D8AF931D2}" type="presOf" srcId="{C7D44D93-B0B2-4838-96CF-FAF55993A7C2}" destId="{87254469-8FEB-4B3F-867F-7FC787A054A6}" srcOrd="1" destOrd="0" presId="urn:microsoft.com/office/officeart/2005/8/layout/process1"/>
    <dgm:cxn modelId="{1AE92345-60A6-4543-9BB6-63CD76AB3366}" type="presOf" srcId="{0E04405D-B0E8-4ED4-8E9C-1C88CFBB5816}" destId="{BF3C1E37-FEEC-4BC7-A3AD-2A5E56AD0095}" srcOrd="0" destOrd="0" presId="urn:microsoft.com/office/officeart/2005/8/layout/process1"/>
    <dgm:cxn modelId="{780DFE7A-1EAF-4F4F-B00B-73BCB58D5D75}" srcId="{0E04405D-B0E8-4ED4-8E9C-1C88CFBB5816}" destId="{E15BE9CF-B9AF-4AE1-9430-E0009A4764FC}" srcOrd="0" destOrd="0" parTransId="{9598D366-7D9B-4939-B94A-E7BAC3867D7C}" sibTransId="{C7D44D93-B0B2-4838-96CF-FAF55993A7C2}"/>
    <dgm:cxn modelId="{C0257B89-C417-49E0-8DF3-B65FFBFC6B6A}" type="presOf" srcId="{36FF0D01-442E-4062-A166-D053F7E51FEE}" destId="{4788317F-A6D0-4B62-8178-326D6E95DEAE}" srcOrd="0" destOrd="0" presId="urn:microsoft.com/office/officeart/2005/8/layout/process1"/>
    <dgm:cxn modelId="{2D3A6D8D-D275-428A-A229-3DB1B569C287}" type="presOf" srcId="{2D991D2E-61FF-48F5-9DBB-986E6B594AA6}" destId="{81EA7A21-F9FF-489D-8B8B-38C4086D4FF4}" srcOrd="1" destOrd="0" presId="urn:microsoft.com/office/officeart/2005/8/layout/process1"/>
    <dgm:cxn modelId="{5F203297-B645-4D45-BB2D-00147B12277D}" type="presOf" srcId="{2D991D2E-61FF-48F5-9DBB-986E6B594AA6}" destId="{3330E4DE-6FEC-4A7A-AED7-211B209A77D3}" srcOrd="0" destOrd="0" presId="urn:microsoft.com/office/officeart/2005/8/layout/process1"/>
    <dgm:cxn modelId="{EDD9B899-AE6F-4A0D-9E72-C78A248D6B84}" type="presOf" srcId="{C7D44D93-B0B2-4838-96CF-FAF55993A7C2}" destId="{FE7C6C78-5AD4-4F03-8651-7E3441B1BFE2}" srcOrd="0" destOrd="0" presId="urn:microsoft.com/office/officeart/2005/8/layout/process1"/>
    <dgm:cxn modelId="{B3E18B9F-0FB8-4A8A-9372-25928CA539F3}" type="presOf" srcId="{B28491F8-FD69-4E8E-91B9-B369768932B0}" destId="{89E34EBA-F70E-4936-85FD-A05D0B5C048D}" srcOrd="0" destOrd="0" presId="urn:microsoft.com/office/officeart/2005/8/layout/process1"/>
    <dgm:cxn modelId="{E56575A0-96D5-4554-A296-CC377C10C0F4}" srcId="{0E04405D-B0E8-4ED4-8E9C-1C88CFBB5816}" destId="{D48474FF-CEE4-483D-B2FD-7CA688F5B305}" srcOrd="3" destOrd="0" parTransId="{75ADEFDE-153F-434D-A2F4-A9F05F92C870}" sibTransId="{63426373-FBED-4098-9AFC-889CA04B02BB}"/>
    <dgm:cxn modelId="{D2EFDDA2-34DE-47AD-8F7F-5356D4E2CFE8}" srcId="{0E04405D-B0E8-4ED4-8E9C-1C88CFBB5816}" destId="{62E7BAE9-FCD1-49E8-8E39-D5B4357FDE74}" srcOrd="2" destOrd="0" parTransId="{800D8962-35CE-4774-A383-985B5DAD780A}" sibTransId="{2D991D2E-61FF-48F5-9DBB-986E6B594AA6}"/>
    <dgm:cxn modelId="{3F487EBE-5833-4931-A23B-EA1A2DD4790D}" type="presOf" srcId="{3FFE219F-94B1-49C4-A5C9-068F39260C1E}" destId="{D3022CDC-0DB3-491C-82B1-0557826617AF}" srcOrd="0" destOrd="0" presId="urn:microsoft.com/office/officeart/2005/8/layout/process1"/>
    <dgm:cxn modelId="{B583EAC1-AF30-4B3E-81FA-E605B25EB733}" srcId="{0E04405D-B0E8-4ED4-8E9C-1C88CFBB5816}" destId="{36FF0D01-442E-4062-A166-D053F7E51FEE}" srcOrd="1" destOrd="0" parTransId="{C482054D-43C9-46AE-87F3-EBAFBC273232}" sibTransId="{3FFE219F-94B1-49C4-A5C9-068F39260C1E}"/>
    <dgm:cxn modelId="{4C5C8FC3-E464-4AD7-B4F8-75D1B9334DA6}" type="presOf" srcId="{3FFE219F-94B1-49C4-A5C9-068F39260C1E}" destId="{E7306F81-2631-4A21-98C2-582545F4612D}" srcOrd="1" destOrd="0" presId="urn:microsoft.com/office/officeart/2005/8/layout/process1"/>
    <dgm:cxn modelId="{073950C4-141E-4030-BE76-BD03584DC560}" type="presOf" srcId="{63426373-FBED-4098-9AFC-889CA04B02BB}" destId="{880E37D2-0D6D-4B1C-8800-AFA694047C5D}" srcOrd="1" destOrd="0" presId="urn:microsoft.com/office/officeart/2005/8/layout/process1"/>
    <dgm:cxn modelId="{0A2ED8E4-E00B-4425-B8BA-F4AD239B3D4F}" type="presOf" srcId="{63426373-FBED-4098-9AFC-889CA04B02BB}" destId="{35E4B22D-D5B5-4E1D-BE92-BA6D3452560F}" srcOrd="0" destOrd="0" presId="urn:microsoft.com/office/officeart/2005/8/layout/process1"/>
    <dgm:cxn modelId="{9F361CC3-AD2C-4079-923E-22A34544D814}" type="presParOf" srcId="{BF3C1E37-FEEC-4BC7-A3AD-2A5E56AD0095}" destId="{50F071E5-FE70-4A11-92BB-2037D7F4432E}" srcOrd="0" destOrd="0" presId="urn:microsoft.com/office/officeart/2005/8/layout/process1"/>
    <dgm:cxn modelId="{95FEA4AF-15F4-4CD7-A461-556B1133BA62}" type="presParOf" srcId="{BF3C1E37-FEEC-4BC7-A3AD-2A5E56AD0095}" destId="{FE7C6C78-5AD4-4F03-8651-7E3441B1BFE2}" srcOrd="1" destOrd="0" presId="urn:microsoft.com/office/officeart/2005/8/layout/process1"/>
    <dgm:cxn modelId="{F598D438-893D-4958-9C27-3DB79DF46E43}" type="presParOf" srcId="{FE7C6C78-5AD4-4F03-8651-7E3441B1BFE2}" destId="{87254469-8FEB-4B3F-867F-7FC787A054A6}" srcOrd="0" destOrd="0" presId="urn:microsoft.com/office/officeart/2005/8/layout/process1"/>
    <dgm:cxn modelId="{B05F7E3F-F62E-4935-AB51-FF408EBDDDBB}" type="presParOf" srcId="{BF3C1E37-FEEC-4BC7-A3AD-2A5E56AD0095}" destId="{4788317F-A6D0-4B62-8178-326D6E95DEAE}" srcOrd="2" destOrd="0" presId="urn:microsoft.com/office/officeart/2005/8/layout/process1"/>
    <dgm:cxn modelId="{10AAA3B9-BC8B-4C5A-B646-5DFB6B0C1E78}" type="presParOf" srcId="{BF3C1E37-FEEC-4BC7-A3AD-2A5E56AD0095}" destId="{D3022CDC-0DB3-491C-82B1-0557826617AF}" srcOrd="3" destOrd="0" presId="urn:microsoft.com/office/officeart/2005/8/layout/process1"/>
    <dgm:cxn modelId="{4F8BB87A-39BC-4374-915D-1B6AC79AE70C}" type="presParOf" srcId="{D3022CDC-0DB3-491C-82B1-0557826617AF}" destId="{E7306F81-2631-4A21-98C2-582545F4612D}" srcOrd="0" destOrd="0" presId="urn:microsoft.com/office/officeart/2005/8/layout/process1"/>
    <dgm:cxn modelId="{DE8D67FA-53BC-4982-8654-13759F236835}" type="presParOf" srcId="{BF3C1E37-FEEC-4BC7-A3AD-2A5E56AD0095}" destId="{FC47F526-0454-4031-AACF-DA2CFD37AAA4}" srcOrd="4" destOrd="0" presId="urn:microsoft.com/office/officeart/2005/8/layout/process1"/>
    <dgm:cxn modelId="{967A000B-554D-4787-B24C-D7EF2C27B22D}" type="presParOf" srcId="{BF3C1E37-FEEC-4BC7-A3AD-2A5E56AD0095}" destId="{3330E4DE-6FEC-4A7A-AED7-211B209A77D3}" srcOrd="5" destOrd="0" presId="urn:microsoft.com/office/officeart/2005/8/layout/process1"/>
    <dgm:cxn modelId="{A93522D9-C14A-46AD-B488-F2B58D2491D5}" type="presParOf" srcId="{3330E4DE-6FEC-4A7A-AED7-211B209A77D3}" destId="{81EA7A21-F9FF-489D-8B8B-38C4086D4FF4}" srcOrd="0" destOrd="0" presId="urn:microsoft.com/office/officeart/2005/8/layout/process1"/>
    <dgm:cxn modelId="{00903F19-8270-45D7-A0EA-7AEAB413472C}" type="presParOf" srcId="{BF3C1E37-FEEC-4BC7-A3AD-2A5E56AD0095}" destId="{F394E3EC-1738-44D6-AD97-C912A48F88EA}" srcOrd="6" destOrd="0" presId="urn:microsoft.com/office/officeart/2005/8/layout/process1"/>
    <dgm:cxn modelId="{6DBBC689-12C3-4960-88C4-511F891F8652}" type="presParOf" srcId="{BF3C1E37-FEEC-4BC7-A3AD-2A5E56AD0095}" destId="{35E4B22D-D5B5-4E1D-BE92-BA6D3452560F}" srcOrd="7" destOrd="0" presId="urn:microsoft.com/office/officeart/2005/8/layout/process1"/>
    <dgm:cxn modelId="{667C37EB-18E1-407F-BA04-C44EC2702BDC}" type="presParOf" srcId="{35E4B22D-D5B5-4E1D-BE92-BA6D3452560F}" destId="{880E37D2-0D6D-4B1C-8800-AFA694047C5D}" srcOrd="0" destOrd="0" presId="urn:microsoft.com/office/officeart/2005/8/layout/process1"/>
    <dgm:cxn modelId="{9FE46209-BA73-4EF7-85EB-F8FA3F9295A3}" type="presParOf" srcId="{BF3C1E37-FEEC-4BC7-A3AD-2A5E56AD0095}" destId="{89E34EBA-F70E-4936-85FD-A05D0B5C048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071E5-FE70-4A11-92BB-2037D7F4432E}">
      <dsp:nvSpPr>
        <dsp:cNvPr id="0" name=""/>
        <dsp:cNvSpPr/>
      </dsp:nvSpPr>
      <dsp:spPr>
        <a:xfrm>
          <a:off x="5027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Network Devices</a:t>
          </a:r>
        </a:p>
      </dsp:txBody>
      <dsp:txXfrm>
        <a:off x="32417" y="1984951"/>
        <a:ext cx="1503838" cy="880391"/>
      </dsp:txXfrm>
    </dsp:sp>
    <dsp:sp modelId="{FE7C6C78-5AD4-4F03-8651-7E3441B1BFE2}">
      <dsp:nvSpPr>
        <dsp:cNvPr id="0" name=""/>
        <dsp:cNvSpPr/>
      </dsp:nvSpPr>
      <dsp:spPr>
        <a:xfrm>
          <a:off x="1719508" y="2231878"/>
          <a:ext cx="330427" cy="3865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1719508" y="2309185"/>
        <a:ext cx="231299" cy="231923"/>
      </dsp:txXfrm>
    </dsp:sp>
    <dsp:sp modelId="{4788317F-A6D0-4B62-8178-326D6E95DEAE}">
      <dsp:nvSpPr>
        <dsp:cNvPr id="0" name=""/>
        <dsp:cNvSpPr/>
      </dsp:nvSpPr>
      <dsp:spPr>
        <a:xfrm>
          <a:off x="2187093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Preprocessing</a:t>
          </a:r>
        </a:p>
      </dsp:txBody>
      <dsp:txXfrm>
        <a:off x="2214483" y="1984951"/>
        <a:ext cx="1503838" cy="880391"/>
      </dsp:txXfrm>
    </dsp:sp>
    <dsp:sp modelId="{D3022CDC-0DB3-491C-82B1-0557826617AF}">
      <dsp:nvSpPr>
        <dsp:cNvPr id="0" name=""/>
        <dsp:cNvSpPr/>
      </dsp:nvSpPr>
      <dsp:spPr>
        <a:xfrm>
          <a:off x="3901574" y="2231878"/>
          <a:ext cx="330427" cy="3865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3901574" y="2309185"/>
        <a:ext cx="231299" cy="231923"/>
      </dsp:txXfrm>
    </dsp:sp>
    <dsp:sp modelId="{FC47F526-0454-4031-AACF-DA2CFD37AAA4}">
      <dsp:nvSpPr>
        <dsp:cNvPr id="0" name=""/>
        <dsp:cNvSpPr/>
      </dsp:nvSpPr>
      <dsp:spPr>
        <a:xfrm>
          <a:off x="4369160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 Model</a:t>
          </a:r>
        </a:p>
      </dsp:txBody>
      <dsp:txXfrm>
        <a:off x="4396550" y="1984951"/>
        <a:ext cx="1503838" cy="880391"/>
      </dsp:txXfrm>
    </dsp:sp>
    <dsp:sp modelId="{3330E4DE-6FEC-4A7A-AED7-211B209A77D3}">
      <dsp:nvSpPr>
        <dsp:cNvPr id="0" name=""/>
        <dsp:cNvSpPr/>
      </dsp:nvSpPr>
      <dsp:spPr>
        <a:xfrm>
          <a:off x="6083640" y="2231878"/>
          <a:ext cx="330427" cy="3865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6083640" y="2309185"/>
        <a:ext cx="231299" cy="231923"/>
      </dsp:txXfrm>
    </dsp:sp>
    <dsp:sp modelId="{F394E3EC-1738-44D6-AD97-C912A48F88EA}">
      <dsp:nvSpPr>
        <dsp:cNvPr id="0" name=""/>
        <dsp:cNvSpPr/>
      </dsp:nvSpPr>
      <dsp:spPr>
        <a:xfrm>
          <a:off x="6551226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Fault Detection</a:t>
          </a:r>
        </a:p>
      </dsp:txBody>
      <dsp:txXfrm>
        <a:off x="6578616" y="1984951"/>
        <a:ext cx="1503838" cy="880391"/>
      </dsp:txXfrm>
    </dsp:sp>
    <dsp:sp modelId="{35E4B22D-D5B5-4E1D-BE92-BA6D3452560F}">
      <dsp:nvSpPr>
        <dsp:cNvPr id="0" name=""/>
        <dsp:cNvSpPr/>
      </dsp:nvSpPr>
      <dsp:spPr>
        <a:xfrm>
          <a:off x="8265706" y="2231878"/>
          <a:ext cx="330427" cy="38653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8265706" y="2309185"/>
        <a:ext cx="231299" cy="231923"/>
      </dsp:txXfrm>
    </dsp:sp>
    <dsp:sp modelId="{89E34EBA-F70E-4936-85FD-A05D0B5C048D}">
      <dsp:nvSpPr>
        <dsp:cNvPr id="0" name=""/>
        <dsp:cNvSpPr/>
      </dsp:nvSpPr>
      <dsp:spPr>
        <a:xfrm>
          <a:off x="8733292" y="1957561"/>
          <a:ext cx="1558618" cy="9351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Dashboard/ Alert System </a:t>
          </a:r>
        </a:p>
      </dsp:txBody>
      <dsp:txXfrm>
        <a:off x="8760682" y="1984951"/>
        <a:ext cx="1503838" cy="8803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77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94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99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16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98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98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06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91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35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48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20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9862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787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128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020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449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887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53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A95B11E-732F-4787-8450-D807CC306A92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EA7D4D2-B7A9-4471-AD4C-7D7C615FC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8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8B44-CF07-A3AF-43CF-B42A5AD68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Network Fault Detection and Performance Monitoring System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841CB-EE96-6DCE-CEF8-17E682C16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1" y="3886200"/>
            <a:ext cx="9466885" cy="2712563"/>
          </a:xfrm>
        </p:spPr>
        <p:txBody>
          <a:bodyPr>
            <a:normAutofit/>
          </a:bodyPr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Elan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gumaran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jayakgodi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231401028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business systems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Rajalakshmi engineering college,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32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7A5B-F607-92FF-910D-A8000A65C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125" y="529065"/>
            <a:ext cx="9905998" cy="153112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AB7EB63-B361-CB7A-4FC6-88E54440E7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560" y="1751711"/>
            <a:ext cx="1124888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design and develop a reliable system capable of detecting faults in optical fiber networks and continuously monitoring their performance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large telecommunication infrastructures like BSNL, detecting a fiber break or degradation manually consumes significant time and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automation to identify fiber faults, pinpoint the exact fault location, and assess the overall health of the network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to minimize downtime, reduce operational costs, and improve customer service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monitoring tools with optical devices and a centralized dashboard, the project demonstrates how network stability and efficiency can be enhanced using technology.</a:t>
            </a:r>
          </a:p>
        </p:txBody>
      </p:sp>
    </p:spTree>
    <p:extLst>
      <p:ext uri="{BB962C8B-B14F-4D97-AF65-F5344CB8AC3E}">
        <p14:creationId xmlns:p14="http://schemas.microsoft.com/office/powerpoint/2010/main" val="138671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B1738-65A9-6753-B40E-8DEB46BF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9025"/>
            <a:ext cx="9905998" cy="83481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76F960-E156-8B86-7F76-4E1243D31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7870" y="1086213"/>
            <a:ext cx="11449877" cy="5573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networks serve as the backbone for high-speed data and voice communication in modern telecom sectors, and their reliability directly determines overall service quality.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fault detection methods depend on manual </a:t>
            </a:r>
            <a:r>
              <a:rPr lang="en-US" sz="22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otdr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and field engineers, which often result in long delays, higher maintenance costs, and frequent service interruptions.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data traffic and increasingly complex network topologies, real-time monitoring and automated fault management have become essential for telecom providers.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software-driven approach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and analyze fiber faults automatically, ensuring quick fault restoration and minimal human intervention.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both 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hardware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analytics tools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collect data, measure signal loss, and provide actionable performance insights.</a:t>
            </a:r>
          </a:p>
          <a:p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ultimate goal is to make </a:t>
            </a:r>
            <a:r>
              <a:rPr lang="en-US" sz="2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bsnl’s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optical fiber infrastructure more intelligent, efficient, and responsive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network issues, thereby enhancing customer satisfaction and operational reliability.</a:t>
            </a:r>
          </a:p>
        </p:txBody>
      </p:sp>
    </p:spTree>
    <p:extLst>
      <p:ext uri="{BB962C8B-B14F-4D97-AF65-F5344CB8AC3E}">
        <p14:creationId xmlns:p14="http://schemas.microsoft.com/office/powerpoint/2010/main" val="117910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E210-C2CE-68C4-302D-0ACD245B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74" y="69574"/>
            <a:ext cx="9905998" cy="147857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6FAFB1D-777C-573D-359A-6BDA2394A8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2874" y="1322418"/>
            <a:ext cx="1078735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Currently, BSNL relies on OTDR devices and field visits to detect fiber cuts or signal losses. Fault detection requires technicians to travel to multiple junctions, which delays restoration.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fault detection is slow, prone to human error, and lacks continuous monitoring. The absence of automated alerts leads to long downtimes.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new system automatically monitors fiber link parameters such as signal strength, attenuation, and power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instant alerts when signal deviation crosses a threshold, ensuring early detection and faster repair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stores historical data, allowing engineers to analyze performance trends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 automation, maintenance teams can respond proactively rather than reactively.</a:t>
            </a:r>
          </a:p>
        </p:txBody>
      </p:sp>
    </p:spTree>
    <p:extLst>
      <p:ext uri="{BB962C8B-B14F-4D97-AF65-F5344CB8AC3E}">
        <p14:creationId xmlns:p14="http://schemas.microsoft.com/office/powerpoint/2010/main" val="413542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F511-4D9D-1AC1-2D2B-E7D6DE89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803" y="574415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8AC7CC8-0957-A152-E8AA-7133C62D73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492481"/>
              </p:ext>
            </p:extLst>
          </p:nvPr>
        </p:nvGraphicFramePr>
        <p:xfrm>
          <a:off x="993913" y="1560443"/>
          <a:ext cx="10296939" cy="4850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500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3D80-7C35-DEF7-68E2-E4FD8C30C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90527"/>
            <a:ext cx="9905998" cy="147857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C23ABD-D54D-701C-0D3A-392219624E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8113" y="1598878"/>
            <a:ext cx="1148963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implemented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backend logic,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the web interface,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from OTDR or SNMP-based devices is collected and parsed into the system through an automated data acquisition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web dashboard displays live statistics such as optical signal power, link uptime, and fault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generates notifications through email or SMS when a fault occurs, ensuring immediate attention.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was tested 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BSNL RGMTTC, Chennai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using a simulated fiber loop setup.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testing, multiple types of fiber breaks and signal attenuations were simulated to verify detection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setup proved efficient, reliable, and ready for field deployment on real network routes.</a:t>
            </a:r>
          </a:p>
        </p:txBody>
      </p:sp>
    </p:spTree>
    <p:extLst>
      <p:ext uri="{BB962C8B-B14F-4D97-AF65-F5344CB8AC3E}">
        <p14:creationId xmlns:p14="http://schemas.microsoft.com/office/powerpoint/2010/main" val="90042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EEDC-4B3E-1B00-9E9D-A21C1B2F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7FB62A-CDDA-6D14-DF26-E8FF66711B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147001"/>
            <a:ext cx="1176793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evaluated based on parameters such as fault detection time, accuracy, and system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average, the automated system detected faults 60–70% faster than traditional manual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rate in pinpointing the exact fault location reached about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very low false alarms.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signal-to-noise ratio, attenuation rate, and uptime percentage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recorded and analyzed using graphical plots.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visualization feature helped engineers understand network behavior over different time intervals.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demonstrated a measurable improvement in network uptime and fault management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confirm that the proposed monitoring system can significantly enhance BSNL’s operational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48126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44A2-BD33-B356-2F6F-B8297E64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78191"/>
            <a:ext cx="9905998" cy="147857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BEAEC5-85AA-629C-3E7B-BE2E901107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7103" y="1556761"/>
            <a:ext cx="1071461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developed an automated system that detects fiber faults and monitors network performance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dependency on manual testing and enables real-time fault localization, reducing downtime drastically.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highlight how automation and data-driven decision-making can transform network maintenance in telecom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can be expanded to integrate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predictive analytics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proactive fault prevention before service disruption occurs.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also be integrated into BSNL’s national fiber monitoring framework for broader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internship, valuable insights were gained into optical networking, real-world telecom infrastructure, and network management practices.</a:t>
            </a:r>
          </a:p>
        </p:txBody>
      </p:sp>
    </p:spTree>
    <p:extLst>
      <p:ext uri="{BB962C8B-B14F-4D97-AF65-F5344CB8AC3E}">
        <p14:creationId xmlns:p14="http://schemas.microsoft.com/office/powerpoint/2010/main" val="238536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700E-ABFB-761A-6712-08EFBA616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50162"/>
            <a:ext cx="9905998" cy="69344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certificate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8DD918-71C2-B26A-1FF6-6B5CE0FF9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6126" y="1043609"/>
            <a:ext cx="4096569" cy="563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1550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110</TotalTime>
  <Words>819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Tw Cen MT</vt:lpstr>
      <vt:lpstr>Droplet</vt:lpstr>
      <vt:lpstr>Internship project Fiber Network Fault Detection and Performance Monitoring System</vt:lpstr>
      <vt:lpstr>Abstract </vt:lpstr>
      <vt:lpstr>Introduction</vt:lpstr>
      <vt:lpstr>System Analysis</vt:lpstr>
      <vt:lpstr>System Design </vt:lpstr>
      <vt:lpstr>System Implementation</vt:lpstr>
      <vt:lpstr>Performance Analysis</vt:lpstr>
      <vt:lpstr>Conclusion</vt:lpstr>
      <vt:lpstr>Internship certificate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Elan Gumaran</dc:creator>
  <cp:lastModifiedBy>Elan Gumaran</cp:lastModifiedBy>
  <cp:revision>2</cp:revision>
  <dcterms:created xsi:type="dcterms:W3CDTF">2025-10-15T04:35:39Z</dcterms:created>
  <dcterms:modified xsi:type="dcterms:W3CDTF">2025-10-15T06:25:46Z</dcterms:modified>
</cp:coreProperties>
</file>